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9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13638" y="2230319"/>
            <a:ext cx="1997801" cy="119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3552" y="3219994"/>
            <a:ext cx="2912086" cy="17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ctr">
              <a:spcBef>
                <a:spcPts val="0"/>
              </a:spcBef>
              <a:buNone/>
              <a:defRPr b="0" i="0" sz="14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#DevOpsDays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picture containing gear, transport, wheel, metalware&#10;&#10;Description automatically generated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039349" y="-690875"/>
            <a:ext cx="3791471" cy="227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ear, transport, wheel, metalwar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448321" y="5349562"/>
            <a:ext cx="4573042" cy="27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724400" y="63239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0166683" y="6384587"/>
            <a:ext cx="19771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@DevOpsDaysRDU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picture containing logo&#10;&#10;Description automatically generated"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7656" y="4998368"/>
            <a:ext cx="1255242" cy="132556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/>
        </p:nvSpPr>
        <p:spPr>
          <a:xfrm>
            <a:off x="421341" y="519953"/>
            <a:ext cx="4903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 This is the Ignite Auto-Advancing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
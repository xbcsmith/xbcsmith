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6" r:id="rId3"/>
  </p:sldMasterIdLst>
  <p:notesMasterIdLst>
    <p:notesMasterId r:id="rId4"/>
  </p:notesMasterIdLst>
  <p:sldIdLst>
    <p:sldId id="256" r:id="rId5"/>
    <p:sldId id="257" r:id="rId6"/>
    <p:sldId id="258" r:id="rId7"/>
  </p:sldIdLst>
  <p:sldSz cy="6858000" cx="12192000"/>
  <p:notesSz cx="6858000" cy="9144000"/>
  <p:embeddedFontLst>
    <p:embeddedFont>
      <p:font typeface="Montserrat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font" Target="fonts/Montserrat-boldItalic.fntdata"/><Relationship Id="rId10" Type="http://schemas.openxmlformats.org/officeDocument/2006/relationships/font" Target="fonts/Montserrat-italic.fntdata"/><Relationship Id="rId9" Type="http://schemas.openxmlformats.org/officeDocument/2006/relationships/font" Target="fonts/Montserrat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font" Target="fonts/Montserra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9" name="Google Shape;19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613638" y="2230319"/>
            <a:ext cx="1997801" cy="11986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93552" y="3219994"/>
            <a:ext cx="2912086" cy="1747252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14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b="0" i="0" sz="14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b="0" i="0" sz="14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b="0" i="0" sz="14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b="0" i="0" sz="14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b="0" i="0" sz="14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b="0" i="0" sz="14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b="0" i="0" sz="14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b="0" i="0" sz="14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#DevOpsDays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5" name="Google Shape;35;p5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" name="Google Shape;38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" name="Google Shape;46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" name="Google Shape;47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8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1" name="Google Shape;51;p8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2" name="Google Shape;52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9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9" name="Google Shape;59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Google Shape;60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8.xml"/><Relationship Id="rId9" Type="http://schemas.openxmlformats.org/officeDocument/2006/relationships/slideLayout" Target="../slideLayouts/slideLayout7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A picture containing gear, transport, wheel, metalware&#10;&#10;Description automatically generated" id="8" name="Google Shape;8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039349" y="-690875"/>
            <a:ext cx="3791471" cy="22748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gear, transport, wheel, metalware&#10;&#10;Description automatically generated" id="9" name="Google Shape;9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1448321" y="5349562"/>
            <a:ext cx="4573042" cy="274382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4724400" y="63239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1"/>
          <p:cNvSpPr txBox="1"/>
          <p:nvPr/>
        </p:nvSpPr>
        <p:spPr>
          <a:xfrm>
            <a:off x="10166683" y="6384587"/>
            <a:ext cx="19771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@DevOpsDaysRDU</a:t>
            </a:r>
            <a:endParaRPr b="0"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A picture containing logo&#10;&#10;Description automatically generated" id="12" name="Google Shape;12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27656" y="4998368"/>
            <a:ext cx="1255242" cy="1325563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67" name="Google Shape;67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73" name="Google Shape;73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79" name="Google Shape;79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
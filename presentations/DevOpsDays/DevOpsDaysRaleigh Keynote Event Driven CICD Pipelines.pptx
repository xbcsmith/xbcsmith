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23"/>
  </p:notesMasterIdLst>
  <p:sldIdLst>
    <p:sldId id="256" r:id="rId2"/>
    <p:sldId id="293" r:id="rId3"/>
    <p:sldId id="257" r:id="rId4"/>
    <p:sldId id="258" r:id="rId5"/>
    <p:sldId id="277" r:id="rId6"/>
    <p:sldId id="278" r:id="rId7"/>
    <p:sldId id="297" r:id="rId8"/>
    <p:sldId id="295" r:id="rId9"/>
    <p:sldId id="282" r:id="rId10"/>
    <p:sldId id="281" r:id="rId11"/>
    <p:sldId id="298" r:id="rId12"/>
    <p:sldId id="279" r:id="rId13"/>
    <p:sldId id="280" r:id="rId14"/>
    <p:sldId id="283" r:id="rId15"/>
    <p:sldId id="284" r:id="rId16"/>
    <p:sldId id="285" r:id="rId17"/>
    <p:sldId id="296" r:id="rId18"/>
    <p:sldId id="294" r:id="rId19"/>
    <p:sldId id="291" r:id="rId20"/>
    <p:sldId id="299" r:id="rId21"/>
    <p:sldId id="276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Montserrat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/>
    <p:restoredTop sz="94558"/>
  </p:normalViewPr>
  <p:slideViewPr>
    <p:cSldViewPr snapToGrid="0">
      <p:cViewPr varScale="1">
        <p:scale>
          <a:sx n="121" d="100"/>
          <a:sy n="121" d="100"/>
        </p:scale>
        <p:origin x="9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7466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3435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119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6118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046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9872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387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2652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7016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272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31362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5542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817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13638" y="2230319"/>
            <a:ext cx="1997801" cy="1198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93552" y="3219994"/>
            <a:ext cx="2912086" cy="174725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lvl="1" indent="0" algn="ctr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lvl="2" indent="0" algn="ctr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lvl="3" indent="0" algn="ctr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lvl="4" indent="0" algn="ctr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lvl="5" indent="0" algn="ctr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lvl="6" indent="0" algn="ctr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lvl="7" indent="0" algn="ctr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lvl="8" indent="0" algn="ctr">
              <a:spcBef>
                <a:spcPts val="0"/>
              </a:spcBef>
              <a:buNone/>
              <a:defRPr sz="14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#DevOpsDays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8" name="Google Shape;8;p1" descr="A picture containing gear, transport, wheel, metalware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39349" y="-690875"/>
            <a:ext cx="3791471" cy="2274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 descr="A picture containing gear, transport, wheel, metalware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1448321" y="5349562"/>
            <a:ext cx="4573042" cy="27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4724400" y="63239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10166683" y="6384587"/>
            <a:ext cx="19771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@DevOpsDaysRDU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" name="Google Shape;12;p1" descr="A picture containing 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27656" y="4998368"/>
            <a:ext cx="1255242" cy="132556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d.foundation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dfoundation/sig-software-supply-chain" TargetMode="External"/><Relationship Id="rId5" Type="http://schemas.openxmlformats.org/officeDocument/2006/relationships/hyperlink" Target="https://github.com/cdfoundation/sig-events" TargetMode="External"/><Relationship Id="rId4" Type="http://schemas.openxmlformats.org/officeDocument/2006/relationships/hyperlink" Target="https://cdevents.dev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Event Driven CI/CD Pipelines</a:t>
            </a:r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Enable Asynchronous CD without Skynet happening</a:t>
            </a:r>
          </a:p>
          <a:p>
            <a:pPr marL="0" indent="0"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</a:pPr>
            <a:endParaRPr lang="en-US" dirty="0"/>
          </a:p>
          <a:p>
            <a:pPr marL="0" indent="0">
              <a:spcBef>
                <a:spcPts val="0"/>
              </a:spcBef>
            </a:pPr>
            <a:r>
              <a:rPr lang="en-US" dirty="0"/>
              <a:t>Brett Smith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err="1"/>
              <a:t>xbcsmith@gmail.com</a:t>
            </a:r>
            <a:endParaRPr lang="en-US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DE28838F-DF7D-5288-60B8-39699E4CA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739" y="4429919"/>
            <a:ext cx="585107" cy="5851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The Software Supply Chain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082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The pipeline produces…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28B17-9493-4BF1-6086-82BCF10C2559}"/>
              </a:ext>
            </a:extLst>
          </p:cNvPr>
          <p:cNvSpPr txBox="1">
            <a:spLocks/>
          </p:cNvSpPr>
          <p:nvPr/>
        </p:nvSpPr>
        <p:spPr>
          <a:xfrm>
            <a:off x="4481951" y="2702379"/>
            <a:ext cx="2978190" cy="24443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685800" rtl="0" eaLnBrk="1" latinLnBrk="0" hangingPunct="1">
              <a:lnSpc>
                <a:spcPct val="85000"/>
              </a:lnSpc>
              <a:spcBef>
                <a:spcPts val="800"/>
              </a:spcBef>
              <a:buFont typeface="Arial" panose="020B0604020202020204" pitchFamily="34" charset="0"/>
              <a:buNone/>
              <a:defRPr sz="2100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82880" indent="0" algn="l" defTabSz="685800" rtl="0" eaLnBrk="1" latinLnBrk="0" hangingPunct="1">
              <a:lnSpc>
                <a:spcPct val="85000"/>
              </a:lnSpc>
              <a:spcBef>
                <a:spcPts val="800"/>
              </a:spcBef>
              <a:buFont typeface="Calibri Light" panose="020F0302020204030204" pitchFamily="34" charset="0"/>
              <a:buNone/>
              <a:defRPr sz="1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365760" indent="0" algn="l" defTabSz="685800" rtl="0" eaLnBrk="1" latinLnBrk="0" hangingPunct="1">
              <a:lnSpc>
                <a:spcPct val="85000"/>
              </a:lnSpc>
              <a:spcBef>
                <a:spcPts val="800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tx1"/>
                </a:solidFill>
              </a:rPr>
              <a:t>Architectures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x86_64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aarch64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ppc64le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1EFB4F6-ED42-C9F2-B690-A8C0DF248F17}"/>
              </a:ext>
            </a:extLst>
          </p:cNvPr>
          <p:cNvSpPr txBox="1">
            <a:spLocks/>
          </p:cNvSpPr>
          <p:nvPr/>
        </p:nvSpPr>
        <p:spPr>
          <a:xfrm>
            <a:off x="7937146" y="2802301"/>
            <a:ext cx="2595013" cy="23444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685800" rtl="0" eaLnBrk="1" latinLnBrk="0" hangingPunct="1">
              <a:lnSpc>
                <a:spcPct val="85000"/>
              </a:lnSpc>
              <a:spcBef>
                <a:spcPts val="800"/>
              </a:spcBef>
              <a:buFont typeface="Arial" panose="020B0604020202020204" pitchFamily="34" charset="0"/>
              <a:buNone/>
              <a:defRPr sz="2100" kern="1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182880" indent="0" algn="l" defTabSz="685800" rtl="0" eaLnBrk="1" latinLnBrk="0" hangingPunct="1">
              <a:lnSpc>
                <a:spcPct val="85000"/>
              </a:lnSpc>
              <a:spcBef>
                <a:spcPts val="800"/>
              </a:spcBef>
              <a:buFont typeface="Calibri Light" panose="020F0302020204030204" pitchFamily="34" charset="0"/>
              <a:buNone/>
              <a:defRPr sz="1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365760" indent="0" algn="l" defTabSz="685800" rtl="0" eaLnBrk="1" latinLnBrk="0" hangingPunct="1">
              <a:lnSpc>
                <a:spcPct val="85000"/>
              </a:lnSpc>
              <a:spcBef>
                <a:spcPts val="800"/>
              </a:spcBef>
              <a:buFont typeface="Arial" panose="020B0604020202020204" pitchFamily="34" charset="0"/>
              <a:buNone/>
              <a:defRPr sz="15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tx1"/>
                </a:solidFill>
              </a:rPr>
              <a:t>Deployments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Bare Metal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VMs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Kubernetes</a:t>
            </a:r>
          </a:p>
        </p:txBody>
      </p:sp>
      <p:sp>
        <p:nvSpPr>
          <p:cNvPr id="5" name="Donut 4">
            <a:extLst>
              <a:ext uri="{FF2B5EF4-FFF2-40B4-BE49-F238E27FC236}">
                <a16:creationId xmlns:a16="http://schemas.microsoft.com/office/drawing/2014/main" id="{50AF1E14-E1FA-2701-2A18-B86A7E66442D}"/>
              </a:ext>
            </a:extLst>
          </p:cNvPr>
          <p:cNvSpPr>
            <a:spLocks noChangeAspect="1"/>
          </p:cNvSpPr>
          <p:nvPr/>
        </p:nvSpPr>
        <p:spPr>
          <a:xfrm>
            <a:off x="273543" y="1963082"/>
            <a:ext cx="3400700" cy="3400700"/>
          </a:xfrm>
          <a:prstGeom prst="donut">
            <a:avLst>
              <a:gd name="adj" fmla="val 3261"/>
            </a:avLst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74B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6" name="Donut 5">
            <a:extLst>
              <a:ext uri="{FF2B5EF4-FFF2-40B4-BE49-F238E27FC236}">
                <a16:creationId xmlns:a16="http://schemas.microsoft.com/office/drawing/2014/main" id="{486B3290-40F9-AD44-1629-786718A9AB18}"/>
              </a:ext>
            </a:extLst>
          </p:cNvPr>
          <p:cNvSpPr>
            <a:spLocks noChangeAspect="1"/>
          </p:cNvSpPr>
          <p:nvPr/>
        </p:nvSpPr>
        <p:spPr>
          <a:xfrm>
            <a:off x="3921087" y="1963082"/>
            <a:ext cx="3400700" cy="3400700"/>
          </a:xfrm>
          <a:prstGeom prst="donut">
            <a:avLst>
              <a:gd name="adj" fmla="val 2856"/>
            </a:avLst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74B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Donut 6">
            <a:extLst>
              <a:ext uri="{FF2B5EF4-FFF2-40B4-BE49-F238E27FC236}">
                <a16:creationId xmlns:a16="http://schemas.microsoft.com/office/drawing/2014/main" id="{C70A56F9-04C0-0550-323A-818D47E4AC73}"/>
              </a:ext>
            </a:extLst>
          </p:cNvPr>
          <p:cNvSpPr>
            <a:spLocks noChangeAspect="1"/>
          </p:cNvSpPr>
          <p:nvPr/>
        </p:nvSpPr>
        <p:spPr>
          <a:xfrm>
            <a:off x="7568631" y="1963082"/>
            <a:ext cx="3400700" cy="3400700"/>
          </a:xfrm>
          <a:prstGeom prst="donut">
            <a:avLst>
              <a:gd name="adj" fmla="val 3059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74B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33341-98D8-A1A9-8AB7-14DD239F6523}"/>
              </a:ext>
            </a:extLst>
          </p:cNvPr>
          <p:cNvSpPr txBox="1"/>
          <p:nvPr/>
        </p:nvSpPr>
        <p:spPr>
          <a:xfrm>
            <a:off x="4373461" y="5636176"/>
            <a:ext cx="3195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*</a:t>
            </a:r>
            <a:r>
              <a:rPr lang="en-US" dirty="0" err="1"/>
              <a:t>msi</a:t>
            </a:r>
            <a:r>
              <a:rPr lang="en-US" dirty="0"/>
              <a:t> and </a:t>
            </a:r>
            <a:r>
              <a:rPr lang="en-US" dirty="0" err="1"/>
              <a:t>msm</a:t>
            </a:r>
            <a:r>
              <a:rPr lang="en-US" dirty="0"/>
              <a:t> packages as well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DA83B53-1F37-3E74-67E0-27E47554195E}"/>
              </a:ext>
            </a:extLst>
          </p:cNvPr>
          <p:cNvSpPr txBox="1">
            <a:spLocks/>
          </p:cNvSpPr>
          <p:nvPr/>
        </p:nvSpPr>
        <p:spPr>
          <a:xfrm>
            <a:off x="888152" y="2627754"/>
            <a:ext cx="2848678" cy="2736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l"/>
            <a:r>
              <a:rPr lang="en-US" sz="2800" dirty="0">
                <a:latin typeface="+mj-lt"/>
              </a:rPr>
              <a:t>Packages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RPMS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DPKG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OCI Images</a:t>
            </a:r>
          </a:p>
          <a:p>
            <a:pPr algn="l"/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The pipeline before CI/CD Events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DF17821F-89C9-A711-35E8-0C27E1EBB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043" y="36369"/>
            <a:ext cx="8203913" cy="678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08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D0419310-C48D-1357-6574-DBEA29E8B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244785" cy="57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74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43953-43A9-F6BC-7846-A62A33F42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Why Event Driven CI/CD?</a:t>
            </a:r>
          </a:p>
        </p:txBody>
      </p:sp>
    </p:spTree>
    <p:extLst>
      <p:ext uri="{BB962C8B-B14F-4D97-AF65-F5344CB8AC3E}">
        <p14:creationId xmlns:p14="http://schemas.microsoft.com/office/powerpoint/2010/main" val="251345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822D-92C2-5D84-5450-E7635230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Audit Trail and Gating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F3790-3B26-EB91-50C3-DDB579EA8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7"/>
            <a:r>
              <a:rPr lang="en-US" sz="4400" dirty="0"/>
              <a:t>Actions</a:t>
            </a:r>
          </a:p>
          <a:p>
            <a:pPr lvl="7"/>
            <a:r>
              <a:rPr lang="en-US" sz="4400" dirty="0"/>
              <a:t>Receipts</a:t>
            </a:r>
          </a:p>
          <a:p>
            <a:pPr lvl="7"/>
            <a:r>
              <a:rPr lang="en-US" sz="4400" dirty="0"/>
              <a:t>Gates</a:t>
            </a:r>
          </a:p>
          <a:p>
            <a:pPr lvl="7"/>
            <a:r>
              <a:rPr lang="en-US" sz="4400" dirty="0"/>
              <a:t>Stages</a:t>
            </a:r>
          </a:p>
        </p:txBody>
      </p:sp>
    </p:spTree>
    <p:extLst>
      <p:ext uri="{BB962C8B-B14F-4D97-AF65-F5344CB8AC3E}">
        <p14:creationId xmlns:p14="http://schemas.microsoft.com/office/powerpoint/2010/main" val="4205820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26072D78-3CF8-E849-7132-4927D8CC8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317" y="0"/>
            <a:ext cx="8377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72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2CFD21ED-8901-A77E-BEA7-4280E270E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746" y="0"/>
            <a:ext cx="56165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27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6359FB18-EAB7-37C4-F577-A57A1671E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08" y="0"/>
            <a:ext cx="9373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21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The pipeline after CI/CD Events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7000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ams&#10;&#10;Description automatically generated">
            <a:extLst>
              <a:ext uri="{FF2B5EF4-FFF2-40B4-BE49-F238E27FC236}">
                <a16:creationId xmlns:a16="http://schemas.microsoft.com/office/drawing/2014/main" id="{F7665CB5-4B43-3D78-2684-A91C3759A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625693" cy="683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34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A5B0D45B-3E20-16A0-1C2B-466EB8AF5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51" y="0"/>
            <a:ext cx="11832897" cy="673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83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0738625F-70E0-9391-49F7-35E29E9A1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44"/>
            <a:ext cx="7772400" cy="685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19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CEA24135-2B5C-A298-A534-2F2401375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67" y="0"/>
            <a:ext cx="10580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80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22D5-35D6-B263-199F-E356DF807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33C74-CE14-8B74-41AE-2B39ECD50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0817" y="1825625"/>
            <a:ext cx="4053396" cy="4042515"/>
          </a:xfrm>
        </p:spPr>
        <p:txBody>
          <a:bodyPr>
            <a:normAutofit fontScale="92500" lnSpcReduction="20000"/>
          </a:bodyPr>
          <a:lstStyle/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JSON Schema</a:t>
            </a:r>
          </a:p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endParaRPr lang="en-US" sz="2800" dirty="0"/>
          </a:p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lang="en-US" sz="2800" dirty="0" err="1"/>
              <a:t>Xunit</a:t>
            </a:r>
            <a:r>
              <a:rPr lang="en-US" sz="2800" dirty="0"/>
              <a:t> Schema</a:t>
            </a:r>
          </a:p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endParaRPr lang="en-US" sz="2800" dirty="0"/>
          </a:p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Authentication (OIDC)</a:t>
            </a:r>
          </a:p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endParaRPr lang="en-US" sz="2800" dirty="0"/>
          </a:p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Event Message Size</a:t>
            </a:r>
          </a:p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endParaRPr lang="en-US" sz="2800" dirty="0"/>
          </a:p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Watcher SDK</a:t>
            </a:r>
          </a:p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endParaRPr lang="en-US" sz="2800" dirty="0"/>
          </a:p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CNAB</a:t>
            </a:r>
          </a:p>
          <a:p>
            <a:pPr marL="228600" lvl="0" indent="-50800" algn="ctr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7DD95-9857-30AE-78F7-BB4F5039B86C}"/>
              </a:ext>
            </a:extLst>
          </p:cNvPr>
          <p:cNvSpPr txBox="1"/>
          <p:nvPr/>
        </p:nvSpPr>
        <p:spPr>
          <a:xfrm>
            <a:off x="838200" y="3210542"/>
            <a:ext cx="3870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3049026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Had we only…</a:t>
            </a:r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Cryptographic Signing of Receipts</a:t>
            </a:r>
          </a:p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RBAC Service</a:t>
            </a:r>
          </a:p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Observability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8040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CD Foundation</a:t>
            </a:r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 err="1"/>
              <a:t>CDFoundation</a:t>
            </a:r>
            <a:endParaRPr lang="en-US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hlinkClick r:id="rId3"/>
              </a:rPr>
              <a:t>https://cd.foundation</a:t>
            </a:r>
            <a:r>
              <a:rPr lang="en-US" dirty="0"/>
              <a:t> 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b="1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 err="1"/>
              <a:t>cd</a:t>
            </a:r>
            <a:r>
              <a:rPr lang="en-US" dirty="0" err="1"/>
              <a:t>events</a:t>
            </a:r>
            <a:r>
              <a:rPr lang="en-US" dirty="0"/>
              <a:t> - A common specification for Continuous Delivery events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hlinkClick r:id="rId4"/>
              </a:rPr>
              <a:t>https://cdevents.dev</a:t>
            </a:r>
            <a:endParaRPr lang="en-US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 </a:t>
            </a:r>
          </a:p>
          <a:p>
            <a:pPr marL="228600" indent="-50800">
              <a:spcBef>
                <a:spcPts val="0"/>
              </a:spcBef>
              <a:buSzPts val="2800"/>
              <a:buNone/>
            </a:pPr>
            <a:r>
              <a:rPr lang="en-US" dirty="0"/>
              <a:t>SIG Events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hlinkClick r:id="rId5"/>
              </a:rPr>
              <a:t>https://github.com/cdfoundation/sig-events</a:t>
            </a:r>
            <a:r>
              <a:rPr lang="en-US" dirty="0"/>
              <a:t> 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SIG Software Supply Chain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hlinkClick r:id="rId6"/>
              </a:rPr>
              <a:t>https://github.com/cdfoundation/sig-software-supply-chain</a:t>
            </a:r>
            <a:r>
              <a:rPr lang="en-US" dirty="0"/>
              <a:t> 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</p:txBody>
      </p:sp>
      <p:sp>
        <p:nvSpPr>
          <p:cNvPr id="3" name="AutoShape 2" descr="CDEvents">
            <a:extLst>
              <a:ext uri="{FF2B5EF4-FFF2-40B4-BE49-F238E27FC236}">
                <a16:creationId xmlns:a16="http://schemas.microsoft.com/office/drawing/2014/main" id="{8D15CFE3-458D-10C3-8BB0-E602C9C5CD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05684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75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BA647-EDB2-1A41-60A2-7DA4E5965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2392" y="529704"/>
            <a:ext cx="9882352" cy="57985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Hope is not a strategy (truth)</a:t>
            </a:r>
          </a:p>
          <a:p>
            <a:r>
              <a:rPr lang="en-US" dirty="0"/>
              <a:t>Electric Sheep harmed (0)</a:t>
            </a:r>
          </a:p>
          <a:p>
            <a:r>
              <a:rPr lang="en-US" dirty="0"/>
              <a:t>Receipts, Gates, Stages (done)</a:t>
            </a:r>
          </a:p>
          <a:p>
            <a:r>
              <a:rPr lang="en-US" dirty="0"/>
              <a:t>Everything gets a receipt (mostly done)</a:t>
            </a:r>
          </a:p>
          <a:p>
            <a:r>
              <a:rPr lang="en-US" dirty="0"/>
              <a:t>Robots promote the units (done)</a:t>
            </a:r>
          </a:p>
          <a:p>
            <a:r>
              <a:rPr lang="en-US" dirty="0"/>
              <a:t>Letter to Deckard (written)</a:t>
            </a:r>
          </a:p>
          <a:p>
            <a:r>
              <a:rPr lang="en-US" dirty="0"/>
              <a:t>Automatic not just Automated (mostly done)</a:t>
            </a:r>
          </a:p>
          <a:p>
            <a:r>
              <a:rPr lang="en-US" dirty="0"/>
              <a:t>Reproduce actions from Receipts (not quite how I wanted but close)</a:t>
            </a:r>
          </a:p>
          <a:p>
            <a:r>
              <a:rPr lang="en-US" dirty="0"/>
              <a:t>Trace the lifecycle of </a:t>
            </a:r>
            <a:r>
              <a:rPr lang="en-US"/>
              <a:t>a binary </a:t>
            </a:r>
            <a:r>
              <a:rPr lang="en-US" dirty="0"/>
              <a:t>and how it got there (done)</a:t>
            </a:r>
          </a:p>
          <a:p>
            <a:r>
              <a:rPr lang="en-US" dirty="0"/>
              <a:t>Machine learning to Optimize (not yet)</a:t>
            </a:r>
          </a:p>
          <a:p>
            <a:r>
              <a:rPr lang="en-US" dirty="0"/>
              <a:t>Predictive test selection (not yet)</a:t>
            </a:r>
          </a:p>
          <a:p>
            <a:r>
              <a:rPr lang="en-US" dirty="0"/>
              <a:t>Deployment Risk Prediction (not yet)</a:t>
            </a:r>
          </a:p>
          <a:p>
            <a:r>
              <a:rPr lang="en-US" dirty="0"/>
              <a:t>Afraid of robots (true)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304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I am </a:t>
            </a:r>
            <a:r>
              <a:rPr lang="en-US" dirty="0" err="1"/>
              <a:t>Smitty</a:t>
            </a:r>
            <a:r>
              <a:rPr lang="en-US" dirty="0"/>
              <a:t> and I am afraid of Robots</a:t>
            </a:r>
            <a:endParaRPr dirty="0"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000" dirty="0"/>
              <a:t>Brett Smith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4000" dirty="0" err="1"/>
              <a:t>xbcsmith@gmail.com</a:t>
            </a:r>
            <a:endParaRPr lang="en-US" sz="4000" dirty="0"/>
          </a:p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4400" dirty="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8F045A37-9C4A-C491-4DEB-289783A4E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446" y="3708740"/>
            <a:ext cx="585107" cy="58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85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10463</TotalTime>
  <Words>275</Words>
  <Application>Microsoft Macintosh PowerPoint</Application>
  <PresentationFormat>Widescreen</PresentationFormat>
  <Paragraphs>76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Montserrat</vt:lpstr>
      <vt:lpstr>Calibri Light</vt:lpstr>
      <vt:lpstr>Arial</vt:lpstr>
      <vt:lpstr>Office Theme</vt:lpstr>
      <vt:lpstr>Event Driven CI/CD Pipelines</vt:lpstr>
      <vt:lpstr>The Software Supply Chain</vt:lpstr>
      <vt:lpstr>The pipeline produces…</vt:lpstr>
      <vt:lpstr>The pipeline before CI/CD Events</vt:lpstr>
      <vt:lpstr>PowerPoint Presentation</vt:lpstr>
      <vt:lpstr>PowerPoint Presentation</vt:lpstr>
      <vt:lpstr>Why Event Driven CI/CD?</vt:lpstr>
      <vt:lpstr>The Audit Trail and Gating</vt:lpstr>
      <vt:lpstr>PowerPoint Presentation</vt:lpstr>
      <vt:lpstr>PowerPoint Presentation</vt:lpstr>
      <vt:lpstr>PowerPoint Presentation</vt:lpstr>
      <vt:lpstr>The pipeline after CI/CD Events</vt:lpstr>
      <vt:lpstr>PowerPoint Presentation</vt:lpstr>
      <vt:lpstr>PowerPoint Presentation</vt:lpstr>
      <vt:lpstr>PowerPoint Presentation</vt:lpstr>
      <vt:lpstr>PowerPoint Presentation</vt:lpstr>
      <vt:lpstr>Lessons Learned</vt:lpstr>
      <vt:lpstr>Had we only…</vt:lpstr>
      <vt:lpstr>CD Foundation</vt:lpstr>
      <vt:lpstr>PowerPoint Presentation</vt:lpstr>
      <vt:lpstr>I am Smitty and I am afraid of Robots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7</cp:revision>
  <dcterms:modified xsi:type="dcterms:W3CDTF">2023-04-03T21:56:33Z</dcterms:modified>
</cp:coreProperties>
</file>